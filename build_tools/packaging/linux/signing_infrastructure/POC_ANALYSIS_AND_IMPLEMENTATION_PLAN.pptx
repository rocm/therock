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Package Signing Infrastructure Proposal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Secure ROCm Package Distribution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Package Signing Infrastructure for TheRock</a:t>
            </a:r>
          </a:p>
          <a:p>
            <a:pPr lvl="0" indent="0" marL="0">
              <a:buNone/>
            </a:pPr>
            <a:r>
              <a:rPr/>
              <a:t>Secure, Scalable, and Efficient GPG Signing Solution</a:t>
            </a:r>
          </a:p>
          <a:p>
            <a:pPr lvl="0" indent="0" marL="0">
              <a:buNone/>
            </a:pPr>
            <a:r>
              <a:rPr i="1"/>
              <a:t>ROCm Platform Team</a:t>
            </a:r>
            <a:r>
              <a:rPr/>
              <a:t> </a:t>
            </a:r>
            <a:r>
              <a:rPr i="1"/>
              <a:t>March 2026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Challenge:</a:t>
            </a:r>
            <a:r>
              <a:rPr/>
              <a:t> - TheRock builds native Linux packages (DEB, RPM) but does NOT sign them - Users cannot verify package authenticity - Security risk for enterprise deployments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- Implement dedicated signing server with remote GPG signing - Use innovative gpgshim architecture for 250x data reduction - Support for dev, nightly, and release builds with separate keys</a:t>
            </a:r>
          </a:p>
          <a:p>
            <a:pPr lvl="0" indent="0" marL="0">
              <a:buNone/>
            </a:pPr>
            <a:r>
              <a:rPr b="1"/>
              <a:t>Timeline:</a:t>
            </a:r>
            <a:r>
              <a:rPr/>
              <a:t> 6 weeks to production deployment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Latest Updates (March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OIDC Authentication Implemented</a:t>
            </a:r>
            <a:r>
              <a:rPr/>
              <a:t> ✅ - No secrets stored in GitHub (OIDC auto-generated) - RS256 cryptographic verification by GitHub - Workflow/repository/branch restriction - 10-minute token expiration (vs 24 hours for JWT) - Backward compatible with JWT</a:t>
            </a:r>
          </a:p>
          <a:p>
            <a:pPr lvl="0" indent="0" marL="0">
              <a:buNone/>
            </a:pPr>
            <a:r>
              <a:rPr b="1"/>
              <a:t>Integrated Metadata Signing</a:t>
            </a:r>
            <a:r>
              <a:rPr/>
              <a:t> ✅ - DEB Release file signing built into </a:t>
            </a:r>
            <a:r>
              <a:rPr>
                <a:latin typeface="Courier"/>
              </a:rPr>
              <a:t>upload_package_repo.py</a:t>
            </a:r>
            <a:r>
              <a:rPr/>
              <a:t> - RPM repomd.xml signing built into </a:t>
            </a:r>
            <a:r>
              <a:rPr>
                <a:latin typeface="Courier"/>
              </a:rPr>
              <a:t>upload_package_repo.py</a:t>
            </a:r>
            <a:r>
              <a:rPr/>
              <a:t> - Correct order: Sign AFTER generation, BEFORE upload - Optional parameters (backwards compatible)</a:t>
            </a:r>
          </a:p>
          <a:p>
            <a:pPr lvl="0" indent="0" marL="0">
              <a:buNone/>
            </a:pPr>
            <a:r>
              <a:rPr b="1"/>
              <a:t>What Gets Signed:</a:t>
            </a:r>
            <a:r>
              <a:rPr/>
              <a:t> | Item | Signed? | Where | |——|———|——-| | RPM packages | ✅ Yes | Workflow (gpgshim + rpmsign) | | RPM repomd.xml | ✅ Yes | upload_package_repo.py | | DEB Release file | ✅ Yes | upload_package_repo.py | | DEB packages | ❌ No | N/A (not standard for DEB) |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Proposal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Proposal 1: Azure Runners with Private Keys ❌ REJECTED</a:t>
            </a:r>
          </a:p>
          <a:p>
            <a:pPr lvl="0" indent="0" marL="0">
              <a:buNone/>
            </a:pPr>
            <a:r>
              <a:rPr b="1"/>
              <a:t>Architecture:</a:t>
            </a:r>
            <a:r>
              <a:rPr/>
              <a:t> - Store GPG private keys in GitHub Secrets - GitHub Actions runners import keys during build - Sign packages directly on build runner</a:t>
            </a:r>
          </a:p>
          <a:p>
            <a:pPr lvl="0" indent="0" marL="0">
              <a:buNone/>
            </a:pPr>
            <a:r>
              <a:rPr b="1"/>
              <a:t>Security Concerns:</a:t>
            </a:r>
            <a:r>
              <a:rPr/>
              <a:t> | Risk | Impact | Severity | |——|——–|———-| | Collaborator Compromise | Modify workflows to exfiltrate keys | 🔴 HIGH | | Self-Hosted Runner Persistence | Keys leaked between jobs via /tmp | 🔴 VERY HIGH | | Third-Party Actions | Compromised actions can steal secrets | 🟡 MEDIUM |</a:t>
            </a:r>
          </a:p>
          <a:p>
            <a:pPr lvl="0" indent="0" marL="0">
              <a:buNone/>
            </a:pPr>
            <a:r>
              <a:rPr b="1"/>
              <a:t>Verdict:</a:t>
            </a:r>
            <a:r>
              <a:rPr/>
              <a:t> ❌ </a:t>
            </a:r>
            <a:r>
              <a:rPr b="1"/>
              <a:t>Rejected due to unacceptable security risks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Proposal Comparison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Proposal 2: POC - Dedicated Signing Server ✅ RECOMMENDED</a:t>
            </a:r>
          </a:p>
          <a:p>
            <a:pPr lvl="0" indent="0" marL="0">
              <a:buNone/>
            </a:pPr>
            <a:r>
              <a:rPr b="1"/>
              <a:t>Architecture:</a:t>
            </a:r>
            <a:r>
              <a:rPr/>
              <a:t> - Dedicated on-prem signing server with GPG keys in isolated keyring - GitHub Actions runners use gpgshim client to call signing API - Zero private keys stored in GitHub infrastructure - JWT Bearer token authentication with RBAC</a:t>
            </a:r>
          </a:p>
          <a:p>
            <a:pPr lvl="0" indent="0" marL="0">
              <a:buNone/>
            </a:pPr>
            <a:r>
              <a:rPr b="1"/>
              <a:t>Security Advantages:</a:t>
            </a:r>
            <a:r>
              <a:rPr/>
              <a:t> - ✅ Keys never leave secure signing server - ✅ Role-based access control per release type - ✅ Comprehensive audit logging - ✅ Rate limiting prevents abuse - ✅ Zero external dependencies (Python stdlib only)</a:t>
            </a:r>
          </a:p>
          <a:p>
            <a:pPr lvl="0" indent="0" marL="0">
              <a:buNone/>
            </a:pPr>
            <a:r>
              <a:rPr b="1"/>
              <a:t>Verdict:</a:t>
            </a:r>
            <a:r>
              <a:rPr/>
              <a:t> ✅ </a:t>
            </a:r>
            <a:r>
              <a:rPr b="1"/>
              <a:t>Approved - Production Ready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POC Architecture Overview (Updated with OIDC)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┌─────────────────────────────────────────────────────────────────┐
│                  GitHub Actions Runner                          │
│  ┌──────────────┐  ┌─────────────┐  ┌──────────────────┐       │
│  │ Build RPM    │  │  gpgshim    │  │ upload_package_  │       │
│  │ Build DEB    │─&gt;│  (client)   │  │ repo.py          │       │
│  └──────────────┘  └──────┬──────┘  └────────┬─────────┘       │
│                           │                  │                  │
│  ┌────────────────────────┴──────────────────┘                  │
│  │ Get OIDC Token from GitHub (10 min expiry)                   │
│  │ audience=amd-signing-service                                 │
│  └───────────────────────┬───────────────────────────────────┐  │
└──────────────────────────┼───────────────────────────────────┼──┘
                           │                                   │
               HTTPS POST /sign (OIDC)          HTTPS POST /sign (OIDC)
               4KB RPM header                   Release/repomd.xml
                           │                                   │
                           ▼                                   ▼
┌─────────────────────────────────────────────────────────────────┐
│            On-Prem Signing Server (Isolated)                    │
│  ┌─────────────┐  ┌──────────────────┐  ┌──────────────┐       │
│  │   Python    │  │  Auth Module     │  │  GPG Keyring │       │
│  │   Server    │──│  OIDC (RS256) +  │──│   (Vault)    │       │
│  │  (stdlib)   │  │  JWT (fallback)  │  │              │       │
│  └─────────────┘  └──────────────────┘  └──────────────┘       │
│                                                                  │
│  Security:                                                       │
│  • TLS 1.2+                  • RBAC + Workflow Restriction       │
│  • Rate Limiting             • Audit Logging                     │
│  • OIDC Signature Verify     • No Secrets in GitHub              │
└─────────────────────────────────────────────────────────────────┘
                           │
                           │ 256 bytes GPG signature
                           ▼
┌─────────────────────────────────────────────────────────────────┐
│        Signed Packages + Metadata → S3 Bucket                   │
│  • RPM packages (signed)     • repomd.xml.asc (signed)          │
│  • DEB packages (unsigned)   • InRelease + Release.gpg (signed) │
└─────────────────────────────────────────────────────────────────┘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Key Components:</a:t>
            </a:r>
            <a:r>
              <a:rPr/>
              <a:t> - </a:t>
            </a:r>
            <a:r>
              <a:rPr b="1"/>
              <a:t>gpgshim:</a:t>
            </a:r>
            <a:r>
              <a:rPr/>
              <a:t> Drop-in GPG replacement (signs RPM packages) - </a:t>
            </a:r>
            <a:r>
              <a:rPr b="1"/>
              <a:t>upload_package_repo.py:</a:t>
            </a:r>
            <a:r>
              <a:rPr/>
              <a:t> Integrated metadata signing (DEB/RPM) - </a:t>
            </a:r>
            <a:r>
              <a:rPr b="1"/>
              <a:t>Signing Server:</a:t>
            </a:r>
            <a:r>
              <a:rPr/>
              <a:t> Python stdlib HTTP server (zero dependencies) - </a:t>
            </a:r>
            <a:r>
              <a:rPr b="1"/>
              <a:t>Auth Module:</a:t>
            </a:r>
            <a:r>
              <a:rPr/>
              <a:t> OIDC (primary) + JWT (fallback) + workflow restriction - </a:t>
            </a:r>
            <a:r>
              <a:rPr b="1"/>
              <a:t>GPG Keyring:</a:t>
            </a:r>
            <a:r>
              <a:rPr/>
              <a:t> Isolated on signing server only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Detailed Architecture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Client Side (GitHub Actions)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┌──────────────────────────────────────┐
│         gpgshim Client               │
├──────────────────────────────────────┤
│ • Drop-in GPG replacement            │
│ • Python 3.6+ stdlib only            │
│ • Zero external dependencies         │
│ • JWT Bearer token auth              │
│ • ppid-based signature caching       │
│ • Exponential backoff retry          │
│ • TLS certificate validation         │
└──────────────────────────────────────┘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Server Side (On-Prem)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┌──────────────────────────────────────┐
│      Signing Server (signing-server.py)           │
├──────────────────────────────────────┤
│ • Multi-threaded HTTP server         │
│ • JWT token validation               │
│ • Role-based authorization           │
│ • Rate limiting (requests/hour)      │
│ • Request size limits (10KB)         │
│ • Read timeout (slowloris defense)   │
│ • Thread semaphore (max concurrent)  │
│ • Audit logging (JSON)               │
│ • TLS 1.2+ support                   │
└──────────────────────────────────────┘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Communication Flow - RPM Signing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Process</a:t>
            </a:r>
          </a:p>
          <a:p>
            <a:pPr lvl="0" indent="0" marL="0">
              <a:buNone/>
            </a:pPr>
            <a:r>
              <a:rPr b="1"/>
              <a:t>1. rpmsign invokes gpgshim (First Call - Header)</a:t>
            </a:r>
          </a:p>
          <a:p>
            <a:pPr lvl="0" indent="0">
              <a:buNone/>
            </a:pPr>
            <a:r>
              <a:rPr>
                <a:latin typeface="Courier"/>
              </a:rPr>
              <a:t>rpmsign → gpgshim reads RPM header (~4KB) from stdin</a:t>
            </a:r>
          </a:p>
          <a:p>
            <a:pPr lvl="0" indent="0" marL="0">
              <a:buNone/>
            </a:pPr>
            <a:r>
              <a:rPr b="1"/>
              <a:t>2. gpgshim sends to signing server</a:t>
            </a:r>
          </a:p>
          <a:p>
            <a:pPr lvl="0" indent="0">
              <a:buNone/>
            </a:pPr>
            <a:r>
              <a:rPr>
                <a:latin typeface="Courier"/>
              </a:rPr>
              <a:t>POST /sign
Authorization: Bearer &lt;JWT&gt;
{
  "data": "base64(header)",  # 4KB
  "key_id": "therock-dev@amd.com"
}</a:t>
            </a:r>
          </a:p>
          <a:p>
            <a:pPr lvl="0" indent="0" marL="0">
              <a:buNone/>
            </a:pPr>
            <a:r>
              <a:rPr b="1"/>
              <a:t>3. Server validates and signs</a:t>
            </a:r>
          </a:p>
          <a:p>
            <a:pPr lvl="0" indent="0">
              <a:buNone/>
            </a:pPr>
            <a:r>
              <a:rPr>
                <a:latin typeface="Courier"/>
              </a:rPr>
              <a:t>• Verify JWT → Check role → Check rate limit
• Run GPG with isolated keyring
• Return signature (~256 bytes)</a:t>
            </a:r>
          </a:p>
          <a:p>
            <a:pPr lvl="0" indent="0" marL="0">
              <a:buNone/>
            </a:pPr>
            <a:r>
              <a:rPr b="1"/>
              <a:t>4. gpgshim caches signature</a:t>
            </a:r>
          </a:p>
          <a:p>
            <a:pPr lvl="0" indent="0">
              <a:buNone/>
            </a:pPr>
            <a:r>
              <a:rPr>
                <a:latin typeface="Courier"/>
              </a:rPr>
              <a:t>/tmp/gpgshim-cache-{ppid}.sig</a:t>
            </a:r>
          </a:p>
          <a:p>
            <a:pPr lvl="0" indent="0" marL="0">
              <a:buNone/>
            </a:pPr>
            <a:r>
              <a:rPr b="1"/>
              <a:t>5. rpmsign calls gpgshim again (Second Call - Full RPM 1GB)</a:t>
            </a:r>
          </a:p>
          <a:p>
            <a:pPr lvl="0" indent="0">
              <a:buNone/>
            </a:pPr>
            <a:r>
              <a:rPr>
                <a:latin typeface="Courier"/>
              </a:rPr>
              <a:t>• gpgshim finds cached signature by ppid
• NO SERVER CALL - reuses cached signature
• Returns signature to rpmsign</a:t>
            </a:r>
          </a:p>
          <a:p>
            <a:pPr lvl="0" indent="0" marL="0">
              <a:buNone/>
            </a:pPr>
            <a:r>
              <a:rPr b="1"/>
              <a:t>6. RPM signed with minimal network transfer</a:t>
            </a:r>
          </a:p>
          <a:p>
            <a:pPr lvl="0" indent="0">
              <a:buNone/>
            </a:pPr>
            <a:r>
              <a:rPr>
                <a:latin typeface="Courier"/>
              </a:rPr>
              <a:t>Total: 4KB + 256 bytes = ~4.3KB (instead of 1GB+)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Communication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┌─────────────┐
│   rpmsign   │
│  (parent)   │
└──────┬──────┘
       │
       ├────── Call 1: Sign Header (4KB) ──────┐
       │                                        │
       │  ┌──────────────┐       HTTPS         ▼
       │  │   gpgshim    │ ─────────────&gt; ┌──────────┐
       │  │  (pid=123)   │                │  Signing │
       │  └──────┬───────┘ &lt;───────────── │  Server  │
       │         │            Signature    └──────────┘
       │         │              (256B)
       │         ▼
       │    Cache: /tmp/gpgshim-cache-ppid.sig
       │
       ├────── Call 2: Sign Full RPM (1GB) ────┐
       │                                        │
       │  ┌──────────────┐                     │
       │  │   gpgshim    │  Check cache        │
       │  │  (pid=124)   │  ✅ Found!          │
       │  └──────┬───────┘  NO SERVER CALL     │
       │         │         Use cached sig       │
       │         ▼                              │
       │    Return signature                    │
       │                                        │
       ▼
   Signed RPM</a:t>
            </a:r>
          </a:p>
          <a:p>
            <a:pPr lvl="0" indent="0" marL="0">
              <a:buNone/>
            </a:pPr>
            <a:r>
              <a:rPr b="1"/>
              <a:t>Network Transfer:</a:t>
            </a:r>
            <a:r>
              <a:rPr/>
              <a:t> 4.3KB instead of 1GB+ = </a:t>
            </a:r>
            <a:r>
              <a:rPr b="1"/>
              <a:t>250x reduction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Authentication: GitHub OIDC (Primary) + JWT (Fallback)</a:t>
            </a:r>
          </a:p>
          <a:p>
            <a:pPr lvl="0" indent="0" marL="0">
              <a:buNone/>
            </a:pPr>
            <a:r>
              <a:rPr b="1"/>
              <a:t>OIDC Token Structure (RS256 - Cryptographically Stronger):</a:t>
            </a:r>
          </a:p>
          <a:p>
            <a:pPr lvl="0" indent="0">
              <a:buNone/>
            </a:pPr>
            <a:r>
              <a:rPr>
                <a:latin typeface="Courier"/>
              </a:rPr>
              <a:t>Header.Payload.GitHub-RS256-Signature
Payload: {
  "repository": "ROCm/TheRock",
  "ref": "refs/heads/main",
  "workflow": ".github/workflows/build_native_linux_packages.yml",
  "actor": "username",
  "run_id": "123456789",
  "aud": "amd-signing-service",
  "exp": 1709472600  // 10 minutes
}</a:t>
            </a:r>
          </a:p>
          <a:p>
            <a:pPr lvl="0" indent="0" marL="0">
              <a:buNone/>
            </a:pPr>
            <a:r>
              <a:rPr b="1"/>
              <a:t>Security Features:</a:t>
            </a:r>
            <a:r>
              <a:rPr/>
              <a:t> - ✅ </a:t>
            </a:r>
            <a:r>
              <a:rPr b="1"/>
              <a:t>RS256 signed by GitHub</a:t>
            </a:r>
            <a:r>
              <a:rPr/>
              <a:t> (cryptographically verified, tamper-proof) - ✅ </a:t>
            </a:r>
            <a:r>
              <a:rPr b="1"/>
              <a:t>No secrets in GitHub</a:t>
            </a:r>
            <a:r>
              <a:rPr/>
              <a:t> (OIDC token auto-generated) - ✅ </a:t>
            </a:r>
            <a:r>
              <a:rPr b="1"/>
              <a:t>Short expiration</a:t>
            </a:r>
            <a:r>
              <a:rPr/>
              <a:t> (10 minutes - minimal exposure window) - ✅ </a:t>
            </a:r>
            <a:r>
              <a:rPr b="1"/>
              <a:t>Workflow restriction</a:t>
            </a:r>
            <a:r>
              <a:rPr/>
              <a:t> (only authorized repos/branches/workflows) - ✅ </a:t>
            </a:r>
            <a:r>
              <a:rPr b="1"/>
              <a:t>Fallback to JWT</a:t>
            </a:r>
            <a:r>
              <a:rPr/>
              <a:t> for backward compatibility</a:t>
            </a:r>
          </a:p>
          <a:p>
            <a:pPr lvl="0" indent="0" marL="0">
              <a:buNone/>
            </a:pPr>
            <a:r>
              <a:rPr b="1"/>
              <a:t>Token Generation: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Automatic in GitHub Actions (no secrets needed!)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OIDC_TOKEN=$(curl -H "Authorization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bearer $ACTIONS_ID_TOKEN_REQUEST_TOKEN" \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"$ACTIONS_ID_TOKEN_REQUEST_URL&amp;audience=amd-signing-service"</a:t>
            </a:r>
            <a:r>
              <a:rPr>
                <a:solidFill>
                  <a:srgbClr val="7D9029"/>
                </a:solidFill>
                <a:latin typeface="Courier"/>
              </a:rPr>
              <a:t> | jq -r '.value')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Security Architecture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Authorization: Role-Based Access Control + OIDC Workflow Restriction</a:t>
            </a:r>
          </a:p>
          <a:p>
            <a:pPr lvl="0" indent="0" marL="0">
              <a:buNone/>
            </a:pPr>
            <a:r>
              <a:rPr b="1"/>
              <a:t>Configuration:</a:t>
            </a:r>
            <a:r>
              <a:rPr/>
              <a:t> </a:t>
            </a:r>
            <a:r>
              <a:rPr>
                <a:latin typeface="Courier"/>
              </a:rPr>
              <a:t>config/authorization.json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"oidc_role_mapping"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"refs/heads/main"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"release"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"refs/heads/release/*"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"release"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"refs/heads/*"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"development"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"roles"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"development"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"allowed_repositories"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"ROCm/TheRock"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"ROCm/rockrel"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"allowed_refs"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"refs/heads/*"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"refs/pull/*"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"allowed_workflows"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".github/workflows/build_native_linux_packages.yml"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".github/workflows/multi_arch_build_native_linux_packages.yml"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"allowed_keys"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"therock-dev@amd.com"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"allowed_digest_algos"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"SHA256"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"SHA512"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"max_requests_per_hour"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"release"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"allowed_repositories"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"ROCm/TheRock"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"ROCm/rockrel"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"allowed_refs"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"refs/heads/main"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"refs/heads/release/*"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"allowed_workflows"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".github/workflows/build_native_linux_packages.yml"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"allowed_keys"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"therock-release@amd.com"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"allowed_digest_algos"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"SHA256"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"SHA512"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"max_requests_per_hour"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OIDC Authorization Checks:</a:t>
            </a:r>
            <a:r>
              <a:rPr/>
              <a:t> 1. ✅ Is </a:t>
            </a:r>
            <a:r>
              <a:rPr>
                <a:latin typeface="Courier"/>
              </a:rPr>
              <a:t>repository</a:t>
            </a:r>
            <a:r>
              <a:rPr/>
              <a:t> in allowed list? (ROCm/TheRock, ROCm/rockrel) 2. ✅ Is </a:t>
            </a:r>
            <a:r>
              <a:rPr>
                <a:latin typeface="Courier"/>
              </a:rPr>
              <a:t>ref</a:t>
            </a:r>
            <a:r>
              <a:rPr/>
              <a:t> (branch) allowed? (main, release/*, etc.) 3. ✅ Is </a:t>
            </a:r>
            <a:r>
              <a:rPr>
                <a:latin typeface="Courier"/>
              </a:rPr>
              <a:t>workflow</a:t>
            </a:r>
            <a:r>
              <a:rPr/>
              <a:t> in allowed list? 4. ✅ Is </a:t>
            </a:r>
            <a:r>
              <a:rPr>
                <a:latin typeface="Courier"/>
              </a:rPr>
              <a:t>key_id</a:t>
            </a:r>
            <a:r>
              <a:rPr/>
              <a:t> allowed for this role? 5. ✅ Is </a:t>
            </a:r>
            <a:r>
              <a:rPr>
                <a:latin typeface="Courier"/>
              </a:rPr>
              <a:t>digest_algo</a:t>
            </a:r>
            <a:r>
              <a:rPr/>
              <a:t> allowed for this role? 6. ✅ Has client exceeded rate limit?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Security Features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/>
                <a:gridCol w="23114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1.2+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SSL context with minimum version enforcement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Authentication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 Tokens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HMAC-SHA256 signed, per-client secrets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RBAC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Per-role key restrictions, digest algorithm restrictions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Rate Limiting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Per-client quotas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Sliding window (requests/hour)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DoS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Request limits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10KB max request size, 10s read timeout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Concurrency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Thread semaphore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concurrent signing operations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 logging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requests logged with timestamp, client, key, 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Input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Regex + sanitization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Prevents injection, directory traversal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Key Isolation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GNUPGHOME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Keys never exposed to GitHub Actions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Result:</a:t>
            </a:r>
            <a:r>
              <a:rPr/>
              <a:t> Defense-in-depth security with zero keys in GitHub infrastructure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Data Transfer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Problem: Naive Approach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┌──────────────┐
│  1GB RPM     │ ────────────&gt; Signing Server
└──────────────┘   1GB upload
Total network: 1GB+ per RPM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Solution: gpgshim ppid Caching</a:t>
            </a:r>
          </a:p>
          <a:p>
            <a:pPr lvl="0" indent="0">
              <a:buNone/>
            </a:pPr>
            <a:r>
              <a:rPr>
                <a:latin typeface="Courier"/>
              </a:rPr>
              <a:t>Call 1 (Header):
┌──────────────┐
│  4KB Header  │ ────────────&gt; Signing Server
└──────────────┘   4KB upload  │
                               │ GPG signs
                               ▼
                           256B signature ──&gt; Cache by ppid
Call 2 (Full RPM):
┌──────────────┐
│  1GB RPM     │ ──&gt; Read stdin ──&gt; Use cached signature
└──────────────┘     (consumed)     (NO SERVER CALL)
Total network: 4KB + 256B = ~4.3KB per RPM</a:t>
            </a:r>
          </a:p>
          <a:p>
            <a:pPr lvl="0" indent="0" marL="0">
              <a:buNone/>
            </a:pPr>
            <a:r>
              <a:rPr b="1"/>
              <a:t>Improvement: 250x reduction in network transfer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13: Performance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Network Transfer Savings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gpgshim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MB RPM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 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23,255x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MB RPM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 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116,279x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GB RPM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 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250,000x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LLVM RPM (largest)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1.2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4.3 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🔥 300,000x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Savings (assuming 1 Gbps network)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Upload Time (Naive)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Upload Time (gpgshim)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Saved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0.00003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0.00003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~8s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packages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0.0003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~80s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Impact:</a:t>
            </a:r>
            <a:r>
              <a:rPr/>
              <a:t> Multi-arch builds with 50+ packages complete signing in </a:t>
            </a:r>
            <a:r>
              <a:rPr b="1"/>
              <a:t>seconds</a:t>
            </a:r>
            <a:r>
              <a:rPr/>
              <a:t> instead of </a:t>
            </a:r>
            <a:r>
              <a:rPr b="1"/>
              <a:t>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Why gpgshim Works - RPM v4 Signing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RPM Signature Format (v4)</a:t>
            </a:r>
          </a:p>
          <a:p>
            <a:pPr lvl="0" indent="0" marL="0">
              <a:buNone/>
            </a:pPr>
            <a:r>
              <a:rPr/>
              <a:t>RPM packages have </a:t>
            </a:r>
            <a:r>
              <a:rPr b="1"/>
              <a:t>two signatures</a:t>
            </a:r>
            <a:r>
              <a:rPr/>
              <a:t>: 1. </a:t>
            </a:r>
            <a:r>
              <a:rPr b="1"/>
              <a:t>Header signature</a:t>
            </a:r>
            <a:r>
              <a:rPr/>
              <a:t> - Signs RPM header metadata (~4KB) 2. </a:t>
            </a:r>
            <a:r>
              <a:rPr b="1"/>
              <a:t>Payload signature</a:t>
            </a:r>
            <a:r>
              <a:rPr/>
              <a:t> - Signs entire RPM (header + payload)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rpmsign Behavior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rpmsign</a:t>
            </a:r>
            <a:r>
              <a:rPr/>
              <a:t> calls </a:t>
            </a:r>
            <a:r>
              <a:rPr>
                <a:latin typeface="Courier"/>
              </a:rPr>
              <a:t>gpg</a:t>
            </a:r>
            <a:r>
              <a:rPr/>
              <a:t> </a:t>
            </a:r>
            <a:r>
              <a:rPr b="1"/>
              <a:t>twice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Call 1: Sign header only</a:t>
            </a:r>
            <a:br/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--detach-sign</a:t>
            </a:r>
            <a:r>
              <a:rPr>
                <a:latin typeface="Courier"/>
              </a:rPr>
              <a:t> header_data  </a:t>
            </a:r>
            <a:r>
              <a:rPr i="1">
                <a:solidFill>
                  <a:srgbClr val="60A0B0"/>
                </a:solidFill>
                <a:latin typeface="Courier"/>
              </a:rPr>
              <a:t># ~4KB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Call 2: Sign full RPM</a:t>
            </a:r>
            <a:br/>
            <a:r>
              <a:rPr>
                <a:latin typeface="Courier"/>
              </a:rPr>
              <a:t>gpg </a:t>
            </a:r>
            <a:r>
              <a:rPr>
                <a:solidFill>
                  <a:srgbClr val="7D9029"/>
                </a:solidFill>
                <a:latin typeface="Courier"/>
              </a:rPr>
              <a:t>--detach-sign</a:t>
            </a:r>
            <a:r>
              <a:rPr>
                <a:latin typeface="Courier"/>
              </a:rPr>
              <a:t> full_rpm  </a:t>
            </a:r>
            <a:r>
              <a:rPr i="1">
                <a:solidFill>
                  <a:srgbClr val="60A0B0"/>
                </a:solidFill>
                <a:latin typeface="Courier"/>
              </a:rPr>
              <a:t># 1GB+</a:t>
            </a:r>
          </a:p>
          <a:p>
            <a:pPr lvl="0" indent="0" marL="0">
              <a:buNone/>
            </a:pPr>
            <a:r>
              <a:rPr b="1"/>
              <a:t>Both calls produce the SAME signature</a:t>
            </a:r>
            <a:r>
              <a:rPr/>
              <a:t> (because header contains hash of payload)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gpgshim Optimization</a:t>
            </a:r>
          </a:p>
          <a:p>
            <a:pPr lvl="0"/>
            <a:r>
              <a:rPr b="1"/>
              <a:t>Call 1:</a:t>
            </a:r>
            <a:r>
              <a:rPr/>
              <a:t> Send header to server → Get signature → Cache by ppid</a:t>
            </a:r>
          </a:p>
          <a:p>
            <a:pPr lvl="0"/>
            <a:r>
              <a:rPr b="1"/>
              <a:t>Call 2:</a:t>
            </a:r>
            <a:r>
              <a:rPr/>
              <a:t> Reuse cached signature (don’t send full RPM)</a:t>
            </a:r>
          </a:p>
          <a:p>
            <a:pPr lvl="0"/>
            <a:r>
              <a:rPr b="1"/>
              <a:t>Result:</a:t>
            </a:r>
            <a:r>
              <a:rPr/>
              <a:t> Only 4KB sent to server, not 1GB+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Exploit rpmsign’s dual-call pattern with ppid-based caching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DEB vs RPM Signing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RPM Signing (Individual Packages)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┌─────────────┐
│ rocm-hip.rpm│ ──&gt; gpgshim ──&gt; Signing Server ──&gt; Signed RPM
└─────────────┘
Each RPM has embedded GPG signature
yum/dnf verifies signature during installation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DEB Signing (Repository Metadata Only)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┌──────────────────┐
│ upload_package_  │ ──&gt; Generates Release file
│ repo.py          │      (contains SHA256 of all .deb)
└────────┬─────────┘              │
         │                        ▼
         │               ┌─────────────────┐
         │               │ sign_deb_       │ ──&gt; Signing Server
         │               │ release_file()  │           │
         │               └─────────────────┘           ▼
         │                                      InRelease
         │                                      Release.gpg
         └──────────────&gt; Upload to S3
Individual .deb files: NOT SIGNED
apt verifies: Release signature → Package checksums</a:t>
            </a:r>
          </a:p>
          <a:p>
            <a:pPr lvl="0" indent="0" marL="0">
              <a:buNone/>
            </a:pPr>
            <a:r>
              <a:rPr b="1"/>
              <a:t>Difference:</a:t>
            </a:r>
            <a:r>
              <a:rPr/>
              <a:t> - RPM: Sign every package individually + repomd.xml metadata - DEB: Sign only Release file (contains checksums of all packages)</a:t>
            </a:r>
          </a:p>
          <a:p>
            <a:pPr lvl="0" indent="0" marL="0">
              <a:buNone/>
            </a:pPr>
            <a:r>
              <a:rPr b="1"/>
              <a:t>New:</a:t>
            </a:r>
            <a:r>
              <a:rPr/>
              <a:t> Metadata signing integrated into </a:t>
            </a:r>
            <a:r>
              <a:rPr>
                <a:latin typeface="Courier"/>
              </a:rPr>
              <a:t>upload_package_repo.py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Integrated Metadata Signing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Repository Metadata Signing (New Implementation)</a:t>
            </a:r>
          </a:p>
          <a:p>
            <a:pPr lvl="0" indent="0" marL="0">
              <a:buNone/>
            </a:pPr>
            <a:r>
              <a:rPr b="1"/>
              <a:t>Previous approach:</a:t>
            </a:r>
            <a:r>
              <a:rPr/>
              <a:t> Separate workflow steps for metadata signing </a:t>
            </a:r>
            <a:r>
              <a:rPr b="1"/>
              <a:t>New approach:</a:t>
            </a:r>
            <a:r>
              <a:rPr/>
              <a:t> Integrated into </a:t>
            </a:r>
            <a:r>
              <a:rPr>
                <a:latin typeface="Courier"/>
              </a:rPr>
              <a:t>upload_package_repo.py</a:t>
            </a:r>
          </a:p>
          <a:p>
            <a:pPr lvl="0" indent="0" marL="0">
              <a:buNone/>
            </a:pPr>
            <a:r>
              <a:rPr b="1"/>
              <a:t>Flow: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upload_package_repo.py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regenerate_deb_metadata_from_s3(..., gpg_signing_server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, gpg_server_token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Upload packages to S3</a:t>
            </a:r>
            <a:br/>
            <a:r>
              <a:rPr>
                <a:latin typeface="Courier"/>
              </a:rPr>
              <a:t>    upload_to_s3(package_dir, bucket, prefix)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Generate Release file (merge with existing S3 metadata)</a:t>
            </a:r>
            <a:br/>
            <a:r>
              <a:rPr>
                <a:latin typeface="Courier"/>
              </a:rPr>
              <a:t>    generate_release_file_with_checksums(release_file, job_type, dists_dir)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Sign Release file if credentials provided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gpg_signing_server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gpg_server_token:</a:t>
            </a:r>
            <a:br/>
            <a:r>
              <a:rPr>
                <a:latin typeface="Courier"/>
              </a:rPr>
              <a:t>        sign_deb_release_file(release_file, gpg_signing_server, gpg_server_token)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Creates: InRelease (clearsigned) + Release.gpg (detached)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Upload signed metadata to S3</a:t>
            </a:r>
            <a:br/>
            <a:r>
              <a:rPr>
                <a:latin typeface="Courier"/>
              </a:rPr>
              <a:t>    upload_deb_metadata_to_s3(s3, bucket, prefix, dists_dir, release_file)</a:t>
            </a:r>
          </a:p>
          <a:p>
            <a:pPr lvl="0" indent="0" marL="0">
              <a:buNone/>
            </a:pPr>
            <a:r>
              <a:rPr b="1"/>
              <a:t>For RPM: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regenerate_rpm_metadata_from_s3(..., gpg_signing_server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, gpg_server_token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Upload packages to S3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Generate repomd.xml (mergerepo_c)</a:t>
            </a:r>
            <a:br/>
            <a:r>
              <a:rPr>
                <a:latin typeface="Courier"/>
              </a:rPr>
              <a:t>    mergerepo_c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repo old_repo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repo new_repo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outputdir merged_repo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Sign repomd.xml if credentials provided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gpg_signing_server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gpg_server_token:</a:t>
            </a:r>
            <a:br/>
            <a:r>
              <a:rPr>
                <a:latin typeface="Courier"/>
              </a:rPr>
              <a:t>        sign_rpm_repomd_files(merged_arch_dir, gpg_signing_server, gpg_server_token)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Creates: repomd.xml.asc (detached signature)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Upload signed metadata to S3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✅ Correct order: Sign AFTER metadata creation, BEFORE upload - ✅ Cleaner workflow (fewer steps) - ✅ Optional parameters (backwards compatible) - ✅ Reusable functions for both DEB and RPM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Implementation 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689100"/>
                <a:gridCol w="31496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Signing Server 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Production server running• Keys configured• OIDC + JWT auth setup• TLS certificates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READY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2-3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RPM Package Signing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gpgshim integrated into workflow• RPM packages signed• Public keys on S3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Repository Metadata Signing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Integrated into upload_package_repo.py• DEB Release file signing• RPM repomd.xml signing• Metadata uploaded to S3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Testing &amp;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All tests passing• End-to-end verification• User installation 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🔄 </a:t>
                      </a:r>
                      <a:r>
                        <a:rPr b="1"/>
                        <a:t>NEXT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Production Hardening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Monitoring setup• Alerting configured• Token rotation procedure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📋 </a:t>
                      </a:r>
                      <a:r>
                        <a:rPr b="1"/>
                        <a:t>PENDING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User docs• Admin runbooks• Internal 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</a:t>
                      </a:r>
                      <a:r>
                        <a:rPr b="1"/>
                        <a:t>COMPLETE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Total: 6 weeks (~1.5 months)</a:t>
            </a:r>
            <a:r>
              <a:rPr/>
              <a:t> </a:t>
            </a:r>
            <a:r>
              <a:rPr b="1"/>
              <a:t>Current Progress: Week 3 - 50% Complete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Further Improvements - Short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Monitoring &amp; Observability</a:t>
            </a:r>
          </a:p>
          <a:p>
            <a:pPr lvl="0" indent="0" marL="0">
              <a:buNone/>
            </a:pPr>
            <a:r>
              <a:rPr b="1"/>
              <a:t>Add Prometheus metrics: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@app.route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'/metrics'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metrics():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prometheus_metrics_export()</a:t>
            </a:r>
          </a:p>
          <a:p>
            <a:pPr lvl="0" indent="0" marL="0">
              <a:buNone/>
            </a:pPr>
            <a:r>
              <a:rPr b="1"/>
              <a:t>Metrics to track:</a:t>
            </a:r>
            <a:r>
              <a:rPr/>
              <a:t> - </a:t>
            </a:r>
            <a:r>
              <a:rPr>
                <a:latin typeface="Courier"/>
              </a:rPr>
              <a:t>signing_requests_total{role, status}</a:t>
            </a:r>
            <a:r>
              <a:rPr/>
              <a:t> - Total requests by role/status - </a:t>
            </a:r>
            <a:r>
              <a:rPr>
                <a:latin typeface="Courier"/>
              </a:rPr>
              <a:t>signing_duration_seconds</a:t>
            </a:r>
            <a:r>
              <a:rPr/>
              <a:t> - Signing operation latency - </a:t>
            </a:r>
            <a:r>
              <a:rPr>
                <a:latin typeface="Courier"/>
              </a:rPr>
              <a:t>rate_limit_exceeded_total{client_id}</a:t>
            </a:r>
            <a:r>
              <a:rPr/>
              <a:t> - Rate limit violations - </a:t>
            </a:r>
            <a:r>
              <a:rPr>
                <a:latin typeface="Courier"/>
              </a:rPr>
              <a:t>authentication_failures_total</a:t>
            </a:r>
            <a:r>
              <a:rPr/>
              <a:t> - Auth failures (security monitoring)</a:t>
            </a:r>
          </a:p>
          <a:p>
            <a:pPr lvl="0" indent="0" marL="0">
              <a:buNone/>
            </a:pPr>
            <a:r>
              <a:rPr b="1"/>
              <a:t>Integration:</a:t>
            </a:r>
            <a:r>
              <a:rPr/>
              <a:t> - Prometheus → Grafana dashboards - CloudWatch for AWS deployment - PagerDuty alerts for failures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Further Improvements - Mid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Distributed Deployment</a:t>
            </a:r>
          </a:p>
          <a:p>
            <a:pPr lvl="0" indent="0" marL="0">
              <a:buNone/>
            </a:pPr>
            <a:r>
              <a:rPr b="1"/>
              <a:t>Current:</a:t>
            </a:r>
            <a:r>
              <a:rPr/>
              <a:t> Single signing server </a:t>
            </a:r>
            <a:r>
              <a:rPr b="1"/>
              <a:t>Future:</a:t>
            </a:r>
            <a:r>
              <a:rPr/>
              <a:t> Multiple servers with shared state</a:t>
            </a:r>
          </a:p>
          <a:p>
            <a:pPr lvl="0" indent="0" marL="0">
              <a:buNone/>
            </a:pPr>
            <a:r>
              <a:rPr b="1"/>
              <a:t>Architecture: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┌─────────────┐     ┌─────────────┐     ┌─────────────┐
│  Signing    │     │  Signing    │     │  Signing    │
│  Server 1   │     │  Server 2   │     │  Server 3   │
└──────┬──────┘     └──────┬──────┘     └──────┬──────┘
       │                   │                   │
       └───────────────────┴───────────────────┘
                           │
                    ┌──────▼──────┐
                    │    Redis    │
                    │ (rate limit │
                    │  + cache)   │
                    └─────────────┘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Load balancing across multiple servers - High availability (redundancy) - Shared rate limiting via Redis - Horizontal scaling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Further Improvements - Long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Hardware Security Module (HSM)</a:t>
            </a:r>
          </a:p>
          <a:p>
            <a:pPr lvl="0" indent="0" marL="0">
              <a:buNone/>
            </a:pPr>
            <a:r>
              <a:rPr b="1"/>
              <a:t>Current:</a:t>
            </a:r>
            <a:r>
              <a:rPr/>
              <a:t> GPG keys in file-based keyring </a:t>
            </a:r>
            <a:r>
              <a:rPr b="1"/>
              <a:t>Future:</a:t>
            </a:r>
            <a:r>
              <a:rPr/>
              <a:t> Keys in HSM (YubiHSM2, AWS CloudHSM)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Keys never extractable from HSM - FIPS 140-2 Level 3 compliance - Tamper-evident hardware - Key backup/recovery procedures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Advanced Audit Features</a:t>
            </a:r>
          </a:p>
          <a:p>
            <a:pPr lvl="0" indent="0" marL="0">
              <a:buNone/>
            </a:pPr>
            <a:r>
              <a:rPr b="1"/>
              <a:t>Current:</a:t>
            </a:r>
            <a:r>
              <a:rPr/>
              <a:t> JSON log files </a:t>
            </a:r>
            <a:r>
              <a:rPr b="1"/>
              <a:t>Future:</a:t>
            </a:r>
            <a:r>
              <a:rPr/>
              <a:t> Database-backed audit trail</a:t>
            </a:r>
          </a:p>
          <a:p>
            <a:pPr lvl="0" indent="0" marL="0">
              <a:buNone/>
            </a:pPr>
            <a:r>
              <a:rPr b="1"/>
              <a:t>Features:</a:t>
            </a:r>
            <a:r>
              <a:rPr/>
              <a:t> - SQL queries for audit analysis - Compliance reporting (SOC2, ISO 27001) - Automatic anomaly detection - SIEM integration (Splunk, ELK)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Further Improvements - Advanced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Automated Key Rotation</a:t>
            </a:r>
          </a:p>
          <a:p>
            <a:pPr lvl="0" indent="0" marL="0">
              <a:buNone/>
            </a:pPr>
            <a:r>
              <a:rPr b="1"/>
              <a:t>Implement automated rotation every 90 days: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Scheduled task (cron/GitHub Actions)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rotate_signing_key(release_type):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1. Generate new GPG key</a:t>
            </a:r>
            <a:br/>
            <a:r>
              <a:rPr>
                <a:latin typeface="Courier"/>
              </a:rPr>
              <a:t>    new_key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generate_gpg_key(</a:t>
            </a:r>
            <a:r>
              <a:rPr>
                <a:solidFill>
                  <a:srgbClr val="BB6688"/>
                </a:solidFill>
                <a:latin typeface="Courier"/>
              </a:rPr>
              <a:t>f"therock-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release_type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-v2"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2. Update signing server keyring</a:t>
            </a:r>
            <a:br/>
            <a:r>
              <a:rPr>
                <a:latin typeface="Courier"/>
              </a:rPr>
              <a:t>    import_to_server(new_key)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3. Update authorization.json</a:t>
            </a:r>
            <a:br/>
            <a:r>
              <a:rPr>
                <a:latin typeface="Courier"/>
              </a:rPr>
              <a:t>    add_allowed_key(new_key.key_id)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4. Keep old key for verification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(allow verification of previously signed packages)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5. Update GitHub Secrets with transition period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Both old and new tokens valid for 1 week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Reduced blast radius if key compromised - Compliance with key rotation policies - Automatic process (no manual intervention)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Migration from POC to FastAPI (Future)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Migrate?</a:t>
            </a:r>
          </a:p>
          <a:p>
            <a:pPr lvl="0" indent="0" marL="0">
              <a:buNone/>
            </a:pPr>
            <a:r>
              <a:rPr b="1"/>
              <a:t>Stay with POC if:</a:t>
            </a:r>
            <a:r>
              <a:rPr/>
              <a:t> - ✅ Request volume &lt; 500/sec - ✅ Single signing server sufficient - ✅ Team comfortable with stdlib code - ✅ Zero dependencies requirement</a:t>
            </a:r>
          </a:p>
          <a:p>
            <a:pPr lvl="0" indent="0" marL="0">
              <a:buNone/>
            </a:pPr>
            <a:r>
              <a:rPr b="1"/>
              <a:t>Migrate to FastAPI if:</a:t>
            </a:r>
            <a:r>
              <a:rPr/>
              <a:t> - 🔴 Request volume &gt; 1000/sec (async needed) - 🔴 Need distributed deployment (multiple servers) - 🔴 Want OpenAPI documentation for external consumers - 🔴 Need Prometheus metrics built-in - 🔴 Want modern Python async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Migration Path</a:t>
            </a:r>
          </a:p>
          <a:p>
            <a:pPr lvl="0" indent="0" marL="0">
              <a:buNone/>
            </a:pPr>
            <a:r>
              <a:rPr b="1"/>
              <a:t>Phase 1:</a:t>
            </a:r>
            <a:r>
              <a:rPr/>
              <a:t> Continue with POC (2026 Q1-Q2) </a:t>
            </a:r>
            <a:r>
              <a:rPr b="1"/>
              <a:t>Phase 2:</a:t>
            </a:r>
            <a:r>
              <a:rPr/>
              <a:t> Evaluate usage patterns (2026 Q3) </a:t>
            </a:r>
            <a:r>
              <a:rPr b="1"/>
              <a:t>Phase 3:</a:t>
            </a:r>
            <a:r>
              <a:rPr/>
              <a:t> Migrate if needed (2026 Q4)</a:t>
            </a:r>
          </a:p>
          <a:p>
            <a:pPr lvl="0" indent="0" marL="0">
              <a:buNone/>
            </a:pPr>
            <a:r>
              <a:rPr b="1"/>
              <a:t>Estimated effort:</a:t>
            </a:r>
            <a:r>
              <a:rPr/>
              <a:t> 2-3 weeks for FastAPI migration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22: Comparison with Industry Standards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POC Compares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/>
                <a:gridCol w="444500"/>
                <a:gridCol w="1676400"/>
                <a:gridCol w="787400"/>
                <a:gridCol w="140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Sigstore (Cosign)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AWS KMS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Enterprise PKI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Zero dependencies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On-prem 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Possible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Cloud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💰 $1/key/mo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💰 $$$$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Setup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High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apt/yum auto-verify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 (GPG)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Network efficiency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250x better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Standard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FIPS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GPG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Verdict:</a:t>
            </a:r>
            <a:r>
              <a:rPr/>
              <a:t> POC is optimal for AMD’s requirements (on-prem, zero deps, GPG standard)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23: Risk Assessment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Implementation Risks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1612900"/>
                <a:gridCol w="1079500"/>
                <a:gridCol w="1612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Server outage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Systemd auto-restart• Monitoring/alerting• Backup server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Key compromise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Very 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Keys isolated on server• Audit logging• Key rotation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Token leakage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Short expiration (24h)• Rate limiting• Revocation procedure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DoS attack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Request size limits• Read timeouts• Rate limiting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Network failure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• Retry logic in gpgshim• Exponential backoff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Posture</a:t>
            </a:r>
          </a:p>
          <a:p>
            <a:pPr lvl="0" indent="0" marL="0">
              <a:buNone/>
            </a:pPr>
            <a:r>
              <a:rPr b="1"/>
              <a:t>Before:</a:t>
            </a:r>
            <a:r>
              <a:rPr/>
              <a:t> ❌ No package signatures (trust based on HTTPS only) </a:t>
            </a:r>
            <a:r>
              <a:rPr b="1"/>
              <a:t>After:</a:t>
            </a:r>
            <a:r>
              <a:rPr/>
              <a:t> ✅ Cryptographic signatures with isolated signing infrastructure</a:t>
            </a:r>
          </a:p>
          <a:p>
            <a:pPr lvl="0" indent="0" marL="0">
              <a:buNone/>
            </a:pPr>
            <a:r>
              <a:rPr b="1"/>
              <a:t>Security improvement:</a:t>
            </a:r>
            <a:r>
              <a:rPr/>
              <a:t> 🔒 </a:t>
            </a:r>
            <a:r>
              <a:rPr b="1"/>
              <a:t>Significant</a:t>
            </a:r>
            <a:r>
              <a:rPr/>
              <a:t> (from 0% to enterprise-grade)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24: Cost-Benefit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Implementation Costs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Server hardware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existing AMD on-prem infrastructure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Development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engineer @ 6 weeks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 hrs/month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 rotation, 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HSM (optional)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$500-2000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YubiHSM2 or CloudHSM (future)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upfront cost:</a:t>
            </a:r>
            <a:r>
              <a:rPr/>
              <a:t> Minimal (engineering time only)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Cryptographic verification of all packages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Meets enterprise security requirements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Users can verify package authenticity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250x reduction in signing traffic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Fully automated signing pipeline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ROI:</a:t>
            </a:r>
            <a:r>
              <a:rPr/>
              <a:t> High (security + compliance benefits significantly outweigh costs)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Performance Indicators</a:t>
            </a:r>
          </a:p>
          <a:p>
            <a:pPr lvl="0" indent="0" marL="0">
              <a:buNone/>
            </a:pPr>
            <a:r>
              <a:rPr b="1"/>
              <a:t>Technical Metrics:</a:t>
            </a:r>
            <a:r>
              <a:rPr/>
              <a:t> - ✅ 100% of packages signed before S3 upload - ✅ &lt; 5 seconds signing time per package - ✅ 99.9% signing server uptime - ✅ 0 key compromise incidents - ✅ &lt; 10MB network transfer per build (vs 10GB+ before)</a:t>
            </a:r>
          </a:p>
          <a:p>
            <a:pPr lvl="0" indent="0" marL="0">
              <a:buNone/>
            </a:pPr>
            <a:r>
              <a:rPr b="1"/>
              <a:t>Security Metrics:</a:t>
            </a:r>
            <a:r>
              <a:rPr/>
              <a:t> - ✅ 100% audit log coverage - ✅ 0 unauthorized signing attempts succeed - ✅ 100% rate limit compliance - ✅ All tokens rotated within 90 days</a:t>
            </a:r>
          </a:p>
          <a:p>
            <a:pPr lvl="0" indent="0" marL="0">
              <a:buNone/>
            </a:pPr>
            <a:r>
              <a:rPr b="1"/>
              <a:t>User Metrics:</a:t>
            </a:r>
            <a:r>
              <a:rPr/>
              <a:t> - ✅ Users can verify signatures via </a:t>
            </a:r>
            <a:r>
              <a:rPr>
                <a:latin typeface="Courier"/>
              </a:rPr>
              <a:t>rpm --checksig</a:t>
            </a:r>
            <a:r>
              <a:rPr/>
              <a:t> / </a:t>
            </a:r>
            <a:r>
              <a:rPr>
                <a:latin typeface="Courier"/>
              </a:rPr>
              <a:t>apt verify</a:t>
            </a:r>
            <a:r>
              <a:rPr/>
              <a:t> - ✅ 0 user-reported signature failures - ✅ Public key availability 99.9% (S3 uptime)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26: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Immediate Actions (Week 1)</a:t>
            </a:r>
          </a:p>
          <a:p>
            <a:pPr lvl="0" indent="-342900" marL="342900">
              <a:buAutoNum type="arabicPeriod"/>
            </a:pPr>
            <a:r>
              <a:rPr b="1"/>
              <a:t>Approval:</a:t>
            </a:r>
            <a:r>
              <a:rPr/>
              <a:t> ✅ Get stakeholder sign-off on POC approach</a:t>
            </a:r>
          </a:p>
          <a:p>
            <a:pPr lvl="0" indent="-342900" marL="342900">
              <a:buAutoNum type="arabicPeriod"/>
            </a:pPr>
            <a:r>
              <a:rPr b="1"/>
              <a:t>Infrastructure:</a:t>
            </a:r>
            <a:r>
              <a:rPr/>
              <a:t> 🔧 Provision on-prem server for signing service</a:t>
            </a:r>
          </a:p>
          <a:p>
            <a:pPr lvl="0" indent="-342900" marL="342900">
              <a:buAutoNum type="arabicPeriod"/>
            </a:pPr>
            <a:r>
              <a:rPr b="1"/>
              <a:t>Keys:</a:t>
            </a:r>
            <a:r>
              <a:rPr/>
              <a:t> 🔑 Generate GPG signing keys (dev, nightly, release)</a:t>
            </a:r>
          </a:p>
          <a:p>
            <a:pPr lvl="0" indent="-342900" marL="342900">
              <a:buAutoNum type="arabicPeriod"/>
            </a:pPr>
            <a:r>
              <a:rPr b="1"/>
              <a:t>Secrets:</a:t>
            </a:r>
            <a:r>
              <a:rPr/>
              <a:t> 🔐 Generate JWT secrets and store securely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2-6 Actions</a:t>
            </a:r>
          </a:p>
          <a:p>
            <a:pPr lvl="0" indent="-342900" marL="342900">
              <a:buAutoNum type="arabicPeriod"/>
            </a:pPr>
            <a:r>
              <a:rPr b="1"/>
              <a:t>Deploy:</a:t>
            </a:r>
            <a:r>
              <a:rPr/>
              <a:t> 🚀 Deploy signing server to production</a:t>
            </a:r>
          </a:p>
          <a:p>
            <a:pPr lvl="0" indent="-342900" marL="342900">
              <a:buAutoNum type="arabicPeriod"/>
            </a:pPr>
            <a:r>
              <a:rPr b="1"/>
              <a:t>Integrate:</a:t>
            </a:r>
            <a:r>
              <a:rPr/>
              <a:t> 🔗 Modify GitHub Actions workflows</a:t>
            </a:r>
          </a:p>
          <a:p>
            <a:pPr lvl="0" indent="-342900" marL="342900">
              <a:buAutoNum type="arabicPeriod"/>
            </a:pPr>
            <a:r>
              <a:rPr b="1"/>
              <a:t>Test:</a:t>
            </a:r>
            <a:r>
              <a:rPr/>
              <a:t> 🧪 End-to-end testing (dev → nightly → release)</a:t>
            </a:r>
          </a:p>
          <a:p>
            <a:pPr lvl="0" indent="-342900" marL="342900">
              <a:buAutoNum type="arabicPeriod"/>
            </a:pPr>
            <a:r>
              <a:rPr b="1"/>
              <a:t>Document:</a:t>
            </a:r>
            <a:r>
              <a:rPr/>
              <a:t> 📝 User documentation and runbooks</a:t>
            </a:r>
          </a:p>
          <a:p>
            <a:pPr lvl="0" indent="-342900" marL="342900">
              <a:buAutoNum type="arabicPeriod"/>
            </a:pPr>
            <a:r>
              <a:rPr b="1"/>
              <a:t>Monitor:</a:t>
            </a:r>
            <a:r>
              <a:rPr/>
              <a:t> 📊 Set up monitoring and alerting</a:t>
            </a:r>
          </a:p>
          <a:p>
            <a:pPr lvl="0" indent="-342900" marL="342900">
              <a:buAutoNum type="arabicPeriod"/>
            </a:pPr>
            <a:r>
              <a:rPr b="1"/>
              <a:t>Launch:</a:t>
            </a:r>
            <a:r>
              <a:rPr/>
              <a:t> 🎉 Enable signing for all builds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Post-Launch</a:t>
            </a:r>
          </a:p>
          <a:p>
            <a:pPr lvl="0" indent="-342900" marL="342900">
              <a:buAutoNum type="arabicPeriod"/>
            </a:pPr>
            <a:r>
              <a:rPr b="1"/>
              <a:t>Monitor:</a:t>
            </a:r>
            <a:r>
              <a:rPr/>
              <a:t> Track metrics and audit logs</a:t>
            </a:r>
          </a:p>
          <a:p>
            <a:pPr lvl="0" indent="-342900" marL="342900">
              <a:buAutoNum type="arabicPeriod"/>
            </a:pPr>
            <a:r>
              <a:rPr b="1"/>
              <a:t>Iterate:</a:t>
            </a:r>
            <a:r>
              <a:rPr/>
              <a:t> Implement improvements based on usage</a:t>
            </a:r>
          </a:p>
          <a:p>
            <a:pPr lvl="0" indent="-342900" marL="342900">
              <a:buAutoNum type="arabicPeriod"/>
            </a:pPr>
            <a:r>
              <a:rPr b="1"/>
              <a:t>Evaluate:</a:t>
            </a:r>
            <a:r>
              <a:rPr/>
              <a:t> Review performance after 3 months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27: 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Decisions Needed: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Approval of POC approach</a:t>
            </a:r>
            <a:r>
              <a:rPr/>
              <a:t> (vs rejected Azure runner approach)</a:t>
            </a:r>
          </a:p>
          <a:p>
            <a:pPr lvl="0" indent="-342900" marL="342900">
              <a:buAutoNum type="arabicPeriod"/>
            </a:pPr>
            <a:r>
              <a:rPr/>
              <a:t>🔧 </a:t>
            </a:r>
            <a:r>
              <a:rPr b="1"/>
              <a:t>Server infrastructure</a:t>
            </a:r>
            <a:r>
              <a:rPr/>
              <a:t> - Which on-prem environment?</a:t>
            </a:r>
          </a:p>
          <a:p>
            <a:pPr lvl="0" indent="-342900" marL="342900">
              <a:buAutoNum type="arabicPeriod"/>
            </a:pPr>
            <a:r>
              <a:rPr/>
              <a:t>🔑 </a:t>
            </a:r>
            <a:r>
              <a:rPr b="1"/>
              <a:t>Key management</a:t>
            </a:r>
            <a:r>
              <a:rPr/>
              <a:t> - File-based or HSM? (recommend file-based for v1)</a:t>
            </a:r>
          </a:p>
          <a:p>
            <a:pPr lvl="0" indent="-342900" marL="342900">
              <a:buAutoNum type="arabicPeriod"/>
            </a:pPr>
            <a:r>
              <a:rPr/>
              <a:t>⏰ </a:t>
            </a:r>
            <a:r>
              <a:rPr b="1"/>
              <a:t>Token expiration</a:t>
            </a:r>
            <a:r>
              <a:rPr/>
              <a:t> - 24 hours or 7 days? (recommend 24h)</a:t>
            </a:r>
          </a:p>
          <a:p>
            <a:pPr lvl="0" indent="-342900" marL="342900">
              <a:buAutoNum type="arabicPeriod"/>
            </a:pPr>
            <a:r>
              <a:rPr/>
              <a:t>📊 </a:t>
            </a:r>
            <a:r>
              <a:rPr b="1"/>
              <a:t>Monitoring</a:t>
            </a:r>
            <a:r>
              <a:rPr/>
              <a:t> - CloudWatch, Prometheus, or both? (recommend both)</a:t>
            </a:r>
          </a:p>
          <a:p>
            <a:pPr lvl="0" indent="0" marL="0">
              <a:buNone/>
            </a:pPr>
            <a:r>
              <a:rPr b="1"/>
              <a:t>Resources Required:</a:t>
            </a:r>
          </a:p>
          <a:p>
            <a:pPr lvl="0"/>
            <a:r>
              <a:rPr/>
              <a:t>1 senior engineer (6 weeks)</a:t>
            </a:r>
          </a:p>
          <a:p>
            <a:pPr lvl="0"/>
            <a:r>
              <a:rPr/>
              <a:t>On-prem server (existing infrastructure)</a:t>
            </a:r>
          </a:p>
          <a:p>
            <a:pPr lvl="0"/>
            <a:r>
              <a:rPr/>
              <a:t>Security team review (2-3 hours)</a:t>
            </a:r>
          </a:p>
          <a:p>
            <a:pPr lvl="0" indent="0" marL="0">
              <a:buNone/>
            </a:pPr>
            <a:r>
              <a:rPr b="1"/>
              <a:t>Timeline to Production:</a:t>
            </a:r>
            <a:r>
              <a:rPr/>
              <a:t> 6 weeks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28: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</a:p>
          <a:p>
            <a:pPr lvl="0"/>
            <a:r>
              <a:rPr b="1"/>
              <a:t>Technical Questions:</a:t>
            </a:r>
            <a:r>
              <a:rPr/>
              <a:t> ROCm Platform Team</a:t>
            </a:r>
          </a:p>
          <a:p>
            <a:pPr lvl="0"/>
            <a:r>
              <a:rPr b="1"/>
              <a:t>Security Review:</a:t>
            </a:r>
            <a:r>
              <a:rPr/>
              <a:t> Information Security Team</a:t>
            </a:r>
          </a:p>
          <a:p>
            <a:pPr lvl="0"/>
            <a:r>
              <a:rPr b="1"/>
              <a:t>Infrastructure:</a:t>
            </a:r>
            <a:r>
              <a:rPr/>
              <a:t> IT Operations</a:t>
            </a:r>
          </a:p>
          <a:p>
            <a:pPr lvl="0" indent="0" marL="0">
              <a:buNone/>
            </a:pPr>
            <a:r>
              <a:rPr b="1"/>
              <a:t>Documentation:</a:t>
            </a:r>
          </a:p>
          <a:p>
            <a:pPr lvl="0"/>
            <a:r>
              <a:rPr/>
              <a:t>POC Analysis: </a:t>
            </a:r>
            <a:r>
              <a:rPr>
                <a:latin typeface="Courier"/>
              </a:rPr>
              <a:t>signing_infrastructure/POC_ANALYSIS_AND_IMPLEMENTATION_PLAN.md</a:t>
            </a:r>
          </a:p>
          <a:p>
            <a:pPr lvl="0"/>
            <a:r>
              <a:rPr/>
              <a:t>Security Comparison: </a:t>
            </a:r>
            <a:r>
              <a:rPr>
                <a:latin typeface="Courier"/>
              </a:rPr>
              <a:t>signing_infrastructure/SECURITY_COMPARISON.md</a:t>
            </a:r>
          </a:p>
          <a:p>
            <a:pPr lvl="0"/>
            <a:r>
              <a:rPr/>
              <a:t>Communication Protocol: </a:t>
            </a:r>
            <a:r>
              <a:rPr>
                <a:latin typeface="Courier"/>
              </a:rPr>
              <a:t>signing_infrastructure/COMMUNICATION_PROTOCOL.md</a:t>
            </a:r>
          </a:p>
          <a:p>
            <a:pPr lvl="0" indent="0" marL="0">
              <a:buNone/>
            </a:pPr>
            <a:r>
              <a:rPr b="1"/>
              <a:t>POC Code:</a:t>
            </a:r>
          </a:p>
          <a:p>
            <a:pPr lvl="0"/>
            <a:r>
              <a:rPr/>
              <a:t>Branch: </a:t>
            </a:r>
            <a:r>
              <a:rPr>
                <a:latin typeface="Courier"/>
              </a:rPr>
              <a:t>users/isparry/remote_signing</a:t>
            </a:r>
          </a:p>
          <a:p>
            <a:pPr lvl="0"/>
            <a:r>
              <a:rPr/>
              <a:t>Commit: </a:t>
            </a:r>
            <a:r>
              <a:rPr>
                <a:latin typeface="Courier"/>
              </a:rPr>
              <a:t>83ed5f3616c8f76a9b00b4571be63fa8be3ea73d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 SLIDES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A: Technical Deep Dive - JWT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Token 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eyJhbGciOiJIUzI1NiIsInR5cCI6IkpXVCJ9    ← Header (base64url)
.
eyJjbGllbnRfaWQi...                     ← Payload (base64url)
.
dBjftJeZ4CVP-mB92K27uhbUJU1p1r_wW1...   ← Signature (HMAC-SHA256)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Decoded Header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"alg"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"HS256"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"typ"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"JWT"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Decoded Payload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"client_id"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"github-actions-dev"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"role"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"development"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"iat"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1709472000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"exp"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1709558400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Signature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message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base64url(header)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"."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base64url(payload)</a:t>
            </a:r>
            <a:br/>
            <a:r>
              <a:rPr>
                <a:latin typeface="Courier"/>
              </a:rPr>
              <a:t>signature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HMAC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SHA256(message, client_secret)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 B: Error Handling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Client-Side (gpgshim) Retry Logic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attempt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(max_retries):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post_to_server(payload)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response.status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response.json()[</a:t>
            </a:r>
            <a:r>
              <a:rPr>
                <a:solidFill>
                  <a:srgbClr val="4070A0"/>
                </a:solidFill>
                <a:latin typeface="Courier"/>
              </a:rPr>
              <a:t>'signature'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response.status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503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Server busy - exponential backoff</a:t>
            </a:r>
            <a:br/>
            <a:r>
              <a:rPr>
                <a:latin typeface="Courier"/>
              </a:rPr>
              <a:t>            sleep(backoff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attempt)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random(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response.status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401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403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429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Auth/authz/rate limit - don't retry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SigningError(response.json()[</a:t>
            </a:r>
            <a:r>
              <a:rPr>
                <a:solidFill>
                  <a:srgbClr val="4070A0"/>
                </a:solidFill>
                <a:latin typeface="Courier"/>
              </a:rPr>
              <a:t>'error'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 Other error - retry</a:t>
            </a:r>
            <a:br/>
            <a:r>
              <a:rPr>
                <a:latin typeface="Courier"/>
              </a:rPr>
              <a:t>            sleep(backoff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attempt))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 NetworkError: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Network error - retry</a:t>
            </a:r>
            <a:br/>
            <a:r>
              <a:rPr>
                <a:latin typeface="Courier"/>
              </a:rPr>
              <a:t>        sleep(backoff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attempt))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Server-Side Error Responses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Invalid token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token, regenerate if expired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Forbidden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role permissions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Request too large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 &gt; 10KB (shouldn’t happen)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 limit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Wait, reduce request 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 busy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Retry with exponential backoff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Internal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server logs, retry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C: Deployment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Pre-Deployment</a:t>
            </a:r>
          </a:p>
          <a:p>
            <a:pPr lvl="0"/>
            <a:r>
              <a:rPr/>
              <a:t>☐ Server provisioned and accessible</a:t>
            </a:r>
          </a:p>
          <a:p>
            <a:pPr lvl="0"/>
            <a:r>
              <a:rPr/>
              <a:t>☐ TLS certificates obtained (Let’s Encrypt or internal CA)</a:t>
            </a:r>
          </a:p>
          <a:p>
            <a:pPr lvl="0"/>
            <a:r>
              <a:rPr/>
              <a:t>☐ GPG keys generated for all release types</a:t>
            </a:r>
          </a:p>
          <a:p>
            <a:pPr lvl="0"/>
            <a:r>
              <a:rPr/>
              <a:t>☐ JWT secrets generated and stored securely</a:t>
            </a:r>
          </a:p>
          <a:p>
            <a:pPr lvl="0"/>
            <a:r>
              <a:rPr/>
              <a:t>☐ Authorization config reviewed and approved</a:t>
            </a:r>
          </a:p>
          <a:p>
            <a:pPr lvl="0"/>
            <a:r>
              <a:rPr/>
              <a:t>☐ Firewall rules configured (allow GitHub Actions IP ranges)</a:t>
            </a:r>
          </a:p>
          <a:p>
            <a:pPr lvl="0"/>
            <a:r>
              <a:rPr/>
              <a:t>☐ Monitoring/logging infrastructure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Deployment</a:t>
            </a:r>
          </a:p>
          <a:p>
            <a:pPr lvl="0"/>
            <a:r>
              <a:rPr/>
              <a:t>☐ Deploy signing server code to production server</a:t>
            </a:r>
          </a:p>
          <a:p>
            <a:pPr lvl="0"/>
            <a:r>
              <a:rPr/>
              <a:t>☐ Import GPG keys to server keyring</a:t>
            </a:r>
          </a:p>
          <a:p>
            <a:pPr lvl="0"/>
            <a:r>
              <a:rPr/>
              <a:t>☐ Configure systemd service</a:t>
            </a:r>
          </a:p>
          <a:p>
            <a:pPr lvl="0"/>
            <a:r>
              <a:rPr/>
              <a:t>☐ Start signing server</a:t>
            </a:r>
          </a:p>
          <a:p>
            <a:pPr lvl="0"/>
            <a:r>
              <a:rPr/>
              <a:t>☐ Verify health check endpoint</a:t>
            </a:r>
          </a:p>
          <a:p>
            <a:pPr lvl="0"/>
            <a:r>
              <a:rPr/>
              <a:t>☐ Test signing with curl (all release types)</a:t>
            </a:r>
          </a:p>
          <a:p>
            <a:pPr lvl="0"/>
            <a:r>
              <a:rPr/>
              <a:t>☐ Add GitHub Secrets (tokens, server URL)</a:t>
            </a:r>
          </a:p>
          <a:p>
            <a:pPr lvl="0"/>
            <a:r>
              <a:rPr/>
              <a:t>☐ Update GitHub Actions workflows</a:t>
            </a:r>
          </a:p>
          <a:p>
            <a:pPr lvl="0"/>
            <a:r>
              <a:rPr/>
              <a:t>☐ Test dev build end-to-end</a:t>
            </a:r>
          </a:p>
          <a:p>
            <a:pPr lvl="0"/>
            <a:r>
              <a:rPr/>
              <a:t>☐ Test nightly build end-to-end</a:t>
            </a:r>
          </a:p>
          <a:p>
            <a:pPr lvl="0"/>
            <a:r>
              <a:rPr/>
              <a:t>☐ Test release build end-to-end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Post-Deployment</a:t>
            </a:r>
          </a:p>
          <a:p>
            <a:pPr lvl="0"/>
            <a:r>
              <a:rPr/>
              <a:t>☐ Monitor audit logs for 48 hours</a:t>
            </a:r>
          </a:p>
          <a:p>
            <a:pPr lvl="0"/>
            <a:r>
              <a:rPr/>
              <a:t>☐ Verify signature verification works for users</a:t>
            </a:r>
          </a:p>
          <a:p>
            <a:pPr lvl="0"/>
            <a:r>
              <a:rPr/>
              <a:t>☐ Set up alerting for failures</a:t>
            </a:r>
          </a:p>
          <a:p>
            <a:pPr lvl="0"/>
            <a:r>
              <a:rPr/>
              <a:t>☐ Document runbook for common issues</a:t>
            </a:r>
          </a:p>
          <a:p>
            <a:pPr lvl="0"/>
            <a:r>
              <a:rPr/>
              <a:t>☐ Train team on token rotation procedure</a:t>
            </a:r>
          </a:p>
          <a:p>
            <a:pPr lvl="0"/>
            <a:r>
              <a:rPr/>
              <a:t>☐ Schedule first token rotation (90 days)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D: Troubleshooting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Issues</a:t>
            </a:r>
          </a:p>
          <a:p>
            <a:pPr lvl="0" indent="0" marL="0">
              <a:buNone/>
            </a:pPr>
            <a:r>
              <a:rPr b="1"/>
              <a:t>1. gpgshim returns 401 Unauthorized</a:t>
            </a:r>
            <a:r>
              <a:rPr/>
              <a:t> - </a:t>
            </a:r>
            <a:r>
              <a:rPr b="1"/>
              <a:t>Cause:</a:t>
            </a:r>
            <a:r>
              <a:rPr/>
              <a:t> Token expired or invalid - </a:t>
            </a:r>
            <a:r>
              <a:rPr b="1"/>
              <a:t>Solution:</a:t>
            </a:r>
            <a:r>
              <a:rPr/>
              <a:t> Regenerate token with </a:t>
            </a:r>
            <a:r>
              <a:rPr>
                <a:latin typeface="Courier"/>
              </a:rPr>
              <a:t>generate-token.py</a:t>
            </a:r>
            <a:r>
              <a:rPr/>
              <a:t>, update GitHub Secret</a:t>
            </a:r>
          </a:p>
          <a:p>
            <a:pPr lvl="0" indent="0" marL="0">
              <a:buNone/>
            </a:pPr>
            <a:r>
              <a:rPr b="1"/>
              <a:t>2. Server returns 403 Forbidden</a:t>
            </a:r>
            <a:r>
              <a:rPr/>
              <a:t> - </a:t>
            </a:r>
            <a:r>
              <a:rPr b="1"/>
              <a:t>Cause:</a:t>
            </a:r>
            <a:r>
              <a:rPr/>
              <a:t> Key not allowed for role, or wrong digest algorithm - </a:t>
            </a:r>
            <a:r>
              <a:rPr b="1"/>
              <a:t>Solution:</a:t>
            </a:r>
            <a:r>
              <a:rPr/>
              <a:t> Check </a:t>
            </a:r>
            <a:r>
              <a:rPr>
                <a:latin typeface="Courier"/>
              </a:rPr>
              <a:t>config/authorization.json</a:t>
            </a:r>
            <a:r>
              <a:rPr/>
              <a:t>, verify </a:t>
            </a:r>
            <a:r>
              <a:rPr>
                <a:latin typeface="Courier"/>
              </a:rPr>
              <a:t>allowed_keys</a:t>
            </a:r>
            <a:r>
              <a:rPr/>
              <a:t> includes requested key</a:t>
            </a:r>
          </a:p>
          <a:p>
            <a:pPr lvl="0" indent="0" marL="0">
              <a:buNone/>
            </a:pPr>
            <a:r>
              <a:rPr b="1"/>
              <a:t>3. Signing is slow (&gt; 10 seconds)</a:t>
            </a:r>
            <a:r>
              <a:rPr/>
              <a:t> - </a:t>
            </a:r>
            <a:r>
              <a:rPr b="1"/>
              <a:t>Cause:</a:t>
            </a:r>
            <a:r>
              <a:rPr/>
              <a:t> Network latency or server overload - </a:t>
            </a:r>
            <a:r>
              <a:rPr b="1"/>
              <a:t>Solution:</a:t>
            </a:r>
            <a:r>
              <a:rPr/>
              <a:t> Check server CPU/memory, verify network connectivity, increase thread limit</a:t>
            </a:r>
          </a:p>
          <a:p>
            <a:pPr lvl="0" indent="0" marL="0">
              <a:buNone/>
            </a:pPr>
            <a:r>
              <a:rPr b="1"/>
              <a:t>4. Rate limit exceeded (429)</a:t>
            </a:r>
            <a:r>
              <a:rPr/>
              <a:t> - </a:t>
            </a:r>
            <a:r>
              <a:rPr b="1"/>
              <a:t>Cause:</a:t>
            </a:r>
            <a:r>
              <a:rPr/>
              <a:t> Too many requests in last hour - </a:t>
            </a:r>
            <a:r>
              <a:rPr b="1"/>
              <a:t>Solution:</a:t>
            </a:r>
            <a:r>
              <a:rPr/>
              <a:t> Increase </a:t>
            </a:r>
            <a:r>
              <a:rPr>
                <a:latin typeface="Courier"/>
              </a:rPr>
              <a:t>max_requests_per_hour</a:t>
            </a:r>
            <a:r>
              <a:rPr/>
              <a:t> in authorization config, or investigate unusual activity</a:t>
            </a:r>
          </a:p>
          <a:p>
            <a:pPr lvl="0" indent="0" marL="0">
              <a:buNone/>
            </a:pPr>
            <a:r>
              <a:rPr b="1"/>
              <a:t>5. rpm –checksig fails to verify</a:t>
            </a:r>
            <a:r>
              <a:rPr/>
              <a:t> - </a:t>
            </a:r>
            <a:r>
              <a:rPr b="1"/>
              <a:t>Cause:</a:t>
            </a:r>
            <a:r>
              <a:rPr/>
              <a:t> Public key not imported, or wrong key used - </a:t>
            </a:r>
            <a:r>
              <a:rPr b="1"/>
              <a:t>Solution:</a:t>
            </a:r>
            <a:r>
              <a:rPr/>
              <a:t> Import public key from S3, verify key ID matches signed package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Debug Mode</a:t>
            </a:r>
          </a:p>
          <a:p>
            <a:pPr lvl="0" indent="0" marL="0">
              <a:buNone/>
            </a:pPr>
            <a:r>
              <a:rPr/>
              <a:t>Enable gpgshim debug logging: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export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GPG_SHIM_DEBUG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/tmp/gpgshim.log</a:t>
            </a:r>
          </a:p>
          <a:p>
            <a:pPr lvl="0" indent="0" marL="0">
              <a:buNone/>
            </a:pPr>
            <a:r>
              <a:rPr/>
              <a:t>View server audit log: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tail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/var/log/gpg-signing/audit.log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jq 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2026-03-09T23:35:07Z</dcterms:created>
  <dcterms:modified xsi:type="dcterms:W3CDTF">2026-03-09T23:35:07Z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